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Forecasting &amp; Clustering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by ChatGPT (Your Assistant)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Daily sales forecasting using XGBoost (Supervised Learning)</a:t>
            </a:r>
          </a:p>
          <a:p>
            <a:r>
              <a:t>- KMeans clustering on sales lag features (Unsupervised Learning)</a:t>
            </a:r>
          </a:p>
          <a:p>
            <a:r>
              <a:t>- 3+ Visualizations: Trend, Boxplot, Clusters, Feature Importance</a:t>
            </a:r>
          </a:p>
          <a:p>
            <a:r>
              <a:t>- Preprocessing: date parsing, aggregation, lag features, scaling</a:t>
            </a:r>
          </a:p>
          <a:p>
            <a:r>
              <a:t>- Metrics: RMSE, MAE, R²</a:t>
            </a:r>
          </a:p>
          <a:p>
            <a:r>
              <a:t>- Cross-validation: TimeSeriesSplit</a:t>
            </a:r>
          </a:p>
          <a:p>
            <a:r>
              <a:t>- Hyperparameter tuning using GridSearchCV</a:t>
            </a:r>
          </a:p>
          <a:p/>
          <a:p>
            <a:r>
              <a:t>Prepared by: ChatGPT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Python</a:t>
            </a:r>
          </a:p>
          <a:p>
            <a:r>
              <a:t>- Pandas, NumPy</a:t>
            </a:r>
          </a:p>
          <a:p>
            <a:r>
              <a:t>- Matplotlib</a:t>
            </a:r>
          </a:p>
          <a:p>
            <a:r>
              <a:t>- Scikit-learn</a:t>
            </a:r>
          </a:p>
          <a:p>
            <a:r>
              <a:t>- XGBoost</a:t>
            </a:r>
          </a:p>
          <a:p>
            <a:r>
              <a:t>- KMeans clustering</a:t>
            </a:r>
          </a:p>
          <a:p/>
          <a:p>
            <a:r>
              <a:t>Prepared by: ChatGPT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