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-2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Forecasting &amp; Clustering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Prepared by </a:t>
            </a:r>
            <a:r>
              <a:rPr lang="en-US" dirty="0"/>
              <a:t>Subalakshmi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Daily sales forecasting using XGBoost (Supervised Learning)</a:t>
            </a:r>
          </a:p>
          <a:p>
            <a:r>
              <a:t>- KMeans clustering on sales lag features (Unsupervised Learning)</a:t>
            </a:r>
          </a:p>
          <a:p>
            <a:r>
              <a:t>- 3+ Visualizations: Trend, Boxplot, Clusters, Feature Importance</a:t>
            </a:r>
          </a:p>
          <a:p>
            <a:r>
              <a:t>- Preprocessing: date parsing, aggregation, lag features, scaling</a:t>
            </a:r>
          </a:p>
          <a:p>
            <a:r>
              <a:t>- Metrics: RMSE, MAE, R²</a:t>
            </a:r>
          </a:p>
          <a:p>
            <a:r>
              <a:t>- Cross-validation: TimeSeriesSplit</a:t>
            </a:r>
          </a:p>
          <a:p>
            <a:r>
              <a:t>- Hyperparameter tuning using GridSearchCV</a:t>
            </a:r>
          </a:p>
          <a:p>
            <a:endParaRPr/>
          </a:p>
          <a:p>
            <a:r>
              <a:t>Prepared by: ChatGPT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Python</a:t>
            </a:r>
          </a:p>
          <a:p>
            <a:r>
              <a:t>- Pandas, NumPy</a:t>
            </a:r>
          </a:p>
          <a:p>
            <a:r>
              <a:t>- Matplotlib</a:t>
            </a:r>
          </a:p>
          <a:p>
            <a:r>
              <a:t>- Scikit-learn</a:t>
            </a:r>
          </a:p>
          <a:p>
            <a:r>
              <a:t>- XGBoost</a:t>
            </a:r>
          </a:p>
          <a:p>
            <a:r>
              <a:t>- KMeans clustering</a:t>
            </a:r>
          </a:p>
          <a:p>
            <a:endParaRPr/>
          </a:p>
          <a:p>
            <a:r>
              <a:t>Prepared by: ChatGPT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</Words>
  <Application>Microsoft Office PowerPoint</Application>
  <PresentationFormat>On-screen Show (4:3)</PresentationFormat>
  <Paragraphs>21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Sales Forecasting &amp; Clustering Project</vt:lpstr>
      <vt:lpstr>Project Overview</vt:lpstr>
      <vt:lpstr>Tech Stack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Subalakshmi Padmanaban</cp:lastModifiedBy>
  <cp:revision>2</cp:revision>
  <dcterms:created xsi:type="dcterms:W3CDTF">2013-01-27T09:14:16Z</dcterms:created>
  <dcterms:modified xsi:type="dcterms:W3CDTF">2025-11-24T17:37:25Z</dcterms:modified>
  <cp:category/>
</cp:coreProperties>
</file>