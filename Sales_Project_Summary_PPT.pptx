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subalakshmi-ds/sales-forecasting-clustering-project/tree/ma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2860902"/>
          </a:xfrm>
        </p:spPr>
        <p:txBody>
          <a:bodyPr numCol="1">
            <a:noAutofit/>
          </a:bodyPr>
          <a:lstStyle/>
          <a:p>
            <a:r>
              <a:rPr sz="6000" b="1" dirty="0">
                <a:solidFill>
                  <a:srgbClr val="002060"/>
                </a:solidFill>
              </a:rPr>
              <a:t>Sales Forecasting </a:t>
            </a:r>
            <a:br>
              <a:rPr lang="en-US" sz="6000" b="1" dirty="0">
                <a:solidFill>
                  <a:srgbClr val="002060"/>
                </a:solidFill>
              </a:rPr>
            </a:br>
            <a:r>
              <a:rPr sz="6000" b="1" dirty="0">
                <a:solidFill>
                  <a:srgbClr val="002060"/>
                </a:solidFill>
              </a:rPr>
              <a:t>&amp; </a:t>
            </a:r>
            <a:br>
              <a:rPr lang="en-US" sz="6000" b="1" dirty="0">
                <a:solidFill>
                  <a:srgbClr val="002060"/>
                </a:solidFill>
              </a:rPr>
            </a:br>
            <a:r>
              <a:rPr sz="6000" b="1" dirty="0">
                <a:solidFill>
                  <a:srgbClr val="002060"/>
                </a:solidFill>
              </a:rPr>
              <a:t>Clustering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7057" y="6226629"/>
            <a:ext cx="4386943" cy="631371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B050"/>
                </a:solidFill>
              </a:rPr>
              <a:t>Prepared by </a:t>
            </a:r>
            <a:r>
              <a:rPr lang="en-US" sz="2800" b="1" dirty="0">
                <a:solidFill>
                  <a:srgbClr val="00B050"/>
                </a:solidFill>
              </a:rPr>
              <a:t>Subalakshmi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86" y="1894114"/>
            <a:ext cx="8828314" cy="3624943"/>
          </a:xfrm>
        </p:spPr>
        <p:txBody>
          <a:bodyPr>
            <a:noAutofit/>
          </a:bodyPr>
          <a:lstStyle/>
          <a:p>
            <a:r>
              <a:rPr sz="2400" dirty="0"/>
              <a:t>- Daily sales forecasting using </a:t>
            </a:r>
            <a:r>
              <a:rPr sz="2400" dirty="0" err="1"/>
              <a:t>XGBoost</a:t>
            </a:r>
            <a:r>
              <a:rPr sz="2400" dirty="0"/>
              <a:t> (Supervised Learning)</a:t>
            </a:r>
          </a:p>
          <a:p>
            <a:r>
              <a:rPr sz="2400" dirty="0"/>
              <a:t>- </a:t>
            </a:r>
            <a:r>
              <a:rPr sz="2400" dirty="0" err="1"/>
              <a:t>KMeans</a:t>
            </a:r>
            <a:r>
              <a:rPr sz="2400" dirty="0"/>
              <a:t> clustering on sales lag features (Unsupervised Learning)</a:t>
            </a:r>
          </a:p>
          <a:p>
            <a:r>
              <a:rPr sz="2400" dirty="0"/>
              <a:t>- 3+ Visualizations: Trend, Boxplot, Clusters, Feature Importance</a:t>
            </a:r>
          </a:p>
          <a:p>
            <a:r>
              <a:rPr sz="2400" dirty="0"/>
              <a:t>- Preprocessing: date parsing, aggregation, lag features, scaling</a:t>
            </a:r>
          </a:p>
          <a:p>
            <a:r>
              <a:rPr sz="2400" dirty="0"/>
              <a:t>- Metrics: RMSE, MAE, R²</a:t>
            </a:r>
          </a:p>
          <a:p>
            <a:r>
              <a:rPr sz="2400" dirty="0"/>
              <a:t>- Cross-validation: </a:t>
            </a:r>
            <a:r>
              <a:rPr sz="2400" dirty="0" err="1"/>
              <a:t>TimeSeriesSplit</a:t>
            </a:r>
            <a:endParaRPr sz="2400" dirty="0"/>
          </a:p>
          <a:p>
            <a:r>
              <a:rPr sz="2400" dirty="0"/>
              <a:t>- Hyperparameter tuning using </a:t>
            </a:r>
            <a:r>
              <a:rPr sz="2400" dirty="0" err="1"/>
              <a:t>GridSearchCV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>
                <a:solidFill>
                  <a:srgbClr val="C00000"/>
                </a:solidFill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- Python</a:t>
            </a:r>
          </a:p>
          <a:p>
            <a:r>
              <a:rPr sz="2800" dirty="0"/>
              <a:t>- Pandas, NumPy</a:t>
            </a:r>
          </a:p>
          <a:p>
            <a:r>
              <a:rPr sz="2800" dirty="0"/>
              <a:t>- Matplotlib</a:t>
            </a:r>
          </a:p>
          <a:p>
            <a:r>
              <a:rPr sz="2800" dirty="0"/>
              <a:t>- Scikit-learn</a:t>
            </a:r>
          </a:p>
          <a:p>
            <a:r>
              <a:rPr sz="2800" dirty="0"/>
              <a:t>- </a:t>
            </a:r>
            <a:r>
              <a:rPr sz="2800" dirty="0" err="1"/>
              <a:t>XGBoost</a:t>
            </a:r>
            <a:endParaRPr sz="2800" dirty="0"/>
          </a:p>
          <a:p>
            <a:r>
              <a:rPr sz="2800" dirty="0"/>
              <a:t>- </a:t>
            </a:r>
            <a:r>
              <a:rPr sz="2800" dirty="0" err="1"/>
              <a:t>KMeans</a:t>
            </a:r>
            <a:r>
              <a:rPr sz="2800" dirty="0"/>
              <a:t> clustering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6806-26B5-4725-7133-87BC75202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u="sng" dirty="0">
                <a:solidFill>
                  <a:srgbClr val="0070C0"/>
                </a:solidFill>
              </a:rPr>
              <a:t>Output</a:t>
            </a:r>
            <a:endParaRPr lang="en-IN" sz="6600" b="1" u="sng" dirty="0">
              <a:solidFill>
                <a:srgbClr val="0070C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0BE373-9E99-EFD8-7170-3B6437DE8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636" y="2057399"/>
            <a:ext cx="806016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1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876CD4-53A9-B02F-0BE8-B664158EC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37" y="185057"/>
            <a:ext cx="8033478" cy="322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747D55-5B24-0001-314F-05CF6C15D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94" y="3657600"/>
            <a:ext cx="8033478" cy="32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4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45650C-A959-0FE1-F44F-144DDA194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71" y="163284"/>
            <a:ext cx="8120743" cy="32657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507099-A32D-D75E-1519-5E511CE0E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72" y="3738609"/>
            <a:ext cx="8120742" cy="298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9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88B4-4395-4BC6-7BC8-2EFAB0A1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3856038"/>
            <a:ext cx="8556171" cy="2321152"/>
          </a:xfrm>
        </p:spPr>
        <p:txBody>
          <a:bodyPr>
            <a:normAutofit/>
          </a:bodyPr>
          <a:lstStyle/>
          <a:p>
            <a:pPr algn="l"/>
            <a:r>
              <a:rPr lang="en-US" sz="2700" dirty="0"/>
              <a:t>GitHub Rep : </a:t>
            </a:r>
            <a:r>
              <a:rPr lang="en-US" sz="2700" dirty="0">
                <a:hlinkClick r:id="rId2"/>
              </a:rPr>
              <a:t>https://github.com/subalakshmi-ds/sales-forecasting-clustering-project/tree/main</a:t>
            </a:r>
            <a:br>
              <a:rPr lang="en-US" dirty="0"/>
            </a:b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D2332A-15B0-6D7D-E284-462C519AD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5" y="174399"/>
            <a:ext cx="8556171" cy="333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8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110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Sales Forecasting  &amp;  Clustering Project</vt:lpstr>
      <vt:lpstr>Project Overview</vt:lpstr>
      <vt:lpstr>Tech Stack</vt:lpstr>
      <vt:lpstr>Output</vt:lpstr>
      <vt:lpstr>PowerPoint Presentation</vt:lpstr>
      <vt:lpstr>PowerPoint Presentation</vt:lpstr>
      <vt:lpstr>GitHub Rep : https://github.com/subalakshmi-ds/sales-forecasting-clustering-project/tree/main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Subalakshmi Padmanaban</cp:lastModifiedBy>
  <cp:revision>4</cp:revision>
  <dcterms:created xsi:type="dcterms:W3CDTF">2013-01-27T09:14:16Z</dcterms:created>
  <dcterms:modified xsi:type="dcterms:W3CDTF">2025-11-25T15:38:43Z</dcterms:modified>
  <cp:category/>
</cp:coreProperties>
</file>